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22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FC859-AFC5-4596-8B4B-1B858FC8027D}" type="datetimeFigureOut">
              <a:rPr lang="zh-CN" altLang="en-US" smtClean="0"/>
              <a:t>2016-12-2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592FE-0172-4A86-BEA9-F2FC58584B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2847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FC859-AFC5-4596-8B4B-1B858FC8027D}" type="datetimeFigureOut">
              <a:rPr lang="zh-CN" altLang="en-US" smtClean="0"/>
              <a:t>2016-12-2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592FE-0172-4A86-BEA9-F2FC58584B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534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FC859-AFC5-4596-8B4B-1B858FC8027D}" type="datetimeFigureOut">
              <a:rPr lang="zh-CN" altLang="en-US" smtClean="0"/>
              <a:t>2016-12-2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592FE-0172-4A86-BEA9-F2FC58584B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8252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FC859-AFC5-4596-8B4B-1B858FC8027D}" type="datetimeFigureOut">
              <a:rPr lang="zh-CN" altLang="en-US" smtClean="0"/>
              <a:t>2016-12-2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592FE-0172-4A86-BEA9-F2FC58584B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5300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FC859-AFC5-4596-8B4B-1B858FC8027D}" type="datetimeFigureOut">
              <a:rPr lang="zh-CN" altLang="en-US" smtClean="0"/>
              <a:t>2016-12-2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592FE-0172-4A86-BEA9-F2FC58584B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5168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FC859-AFC5-4596-8B4B-1B858FC8027D}" type="datetimeFigureOut">
              <a:rPr lang="zh-CN" altLang="en-US" smtClean="0"/>
              <a:t>2016-12-2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592FE-0172-4A86-BEA9-F2FC58584B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8546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FC859-AFC5-4596-8B4B-1B858FC8027D}" type="datetimeFigureOut">
              <a:rPr lang="zh-CN" altLang="en-US" smtClean="0"/>
              <a:t>2016-12-2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592FE-0172-4A86-BEA9-F2FC58584B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54859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FC859-AFC5-4596-8B4B-1B858FC8027D}" type="datetimeFigureOut">
              <a:rPr lang="zh-CN" altLang="en-US" smtClean="0"/>
              <a:t>2016-12-2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592FE-0172-4A86-BEA9-F2FC58584B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2007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FC859-AFC5-4596-8B4B-1B858FC8027D}" type="datetimeFigureOut">
              <a:rPr lang="zh-CN" altLang="en-US" smtClean="0"/>
              <a:t>2016-12-2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592FE-0172-4A86-BEA9-F2FC58584B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6821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FC859-AFC5-4596-8B4B-1B858FC8027D}" type="datetimeFigureOut">
              <a:rPr lang="zh-CN" altLang="en-US" smtClean="0"/>
              <a:t>2016-12-2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592FE-0172-4A86-BEA9-F2FC58584B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7436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FC859-AFC5-4596-8B4B-1B858FC8027D}" type="datetimeFigureOut">
              <a:rPr lang="zh-CN" altLang="en-US" smtClean="0"/>
              <a:t>2016-12-2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592FE-0172-4A86-BEA9-F2FC58584B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093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4FC859-AFC5-4596-8B4B-1B858FC8027D}" type="datetimeFigureOut">
              <a:rPr lang="zh-CN" altLang="en-US" smtClean="0"/>
              <a:t>2016-12-2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5592FE-0172-4A86-BEA9-F2FC58584B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8404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933447" y="1387917"/>
            <a:ext cx="10613571" cy="296637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2857499" y="323835"/>
            <a:ext cx="6444342" cy="653143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Web</a:t>
            </a:r>
            <a:r>
              <a:rPr lang="zh-CN" altLang="en-US" dirty="0" smtClean="0"/>
              <a:t>登录和功能操作</a:t>
            </a:r>
            <a:endParaRPr lang="zh-CN" altLang="en-US" dirty="0"/>
          </a:p>
        </p:txBody>
      </p:sp>
      <p:sp>
        <p:nvSpPr>
          <p:cNvPr id="7" name="圆角矩形 6"/>
          <p:cNvSpPr/>
          <p:nvPr/>
        </p:nvSpPr>
        <p:spPr>
          <a:xfrm>
            <a:off x="1393371" y="1502229"/>
            <a:ext cx="1513115" cy="381000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子频道</a:t>
            </a:r>
            <a:r>
              <a:rPr lang="zh-CN" altLang="en-US" dirty="0" smtClean="0"/>
              <a:t>管理</a:t>
            </a:r>
            <a:endParaRPr lang="zh-CN" altLang="en-US" dirty="0"/>
          </a:p>
        </p:txBody>
      </p:sp>
      <p:sp>
        <p:nvSpPr>
          <p:cNvPr id="8" name="圆角矩形 7"/>
          <p:cNvSpPr/>
          <p:nvPr/>
        </p:nvSpPr>
        <p:spPr>
          <a:xfrm>
            <a:off x="3374571" y="1502229"/>
            <a:ext cx="1631484" cy="38100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组合频道管理</a:t>
            </a:r>
            <a:endParaRPr lang="zh-CN" altLang="en-US" dirty="0"/>
          </a:p>
        </p:txBody>
      </p:sp>
      <p:sp>
        <p:nvSpPr>
          <p:cNvPr id="9" name="圆角矩形 8"/>
          <p:cNvSpPr/>
          <p:nvPr/>
        </p:nvSpPr>
        <p:spPr>
          <a:xfrm>
            <a:off x="5323113" y="1502229"/>
            <a:ext cx="1513115" cy="381000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行业管理</a:t>
            </a:r>
            <a:endParaRPr lang="zh-CN" altLang="en-US" dirty="0"/>
          </a:p>
        </p:txBody>
      </p:sp>
      <p:sp>
        <p:nvSpPr>
          <p:cNvPr id="10" name="圆角矩形 9"/>
          <p:cNvSpPr/>
          <p:nvPr/>
        </p:nvSpPr>
        <p:spPr>
          <a:xfrm>
            <a:off x="7304313" y="1502229"/>
            <a:ext cx="1513115" cy="38100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客户管理</a:t>
            </a:r>
            <a:endParaRPr lang="zh-CN" altLang="en-US" dirty="0"/>
          </a:p>
        </p:txBody>
      </p:sp>
      <p:sp>
        <p:nvSpPr>
          <p:cNvPr id="11" name="圆角矩形 10"/>
          <p:cNvSpPr/>
          <p:nvPr/>
        </p:nvSpPr>
        <p:spPr>
          <a:xfrm>
            <a:off x="9263741" y="1502229"/>
            <a:ext cx="1513115" cy="381000"/>
          </a:xfrm>
          <a:prstGeom prst="round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系统维护</a:t>
            </a:r>
            <a:endParaRPr lang="zh-CN" altLang="en-US" dirty="0"/>
          </a:p>
        </p:txBody>
      </p:sp>
      <p:sp>
        <p:nvSpPr>
          <p:cNvPr id="12" name="圆角矩形 11"/>
          <p:cNvSpPr/>
          <p:nvPr/>
        </p:nvSpPr>
        <p:spPr>
          <a:xfrm>
            <a:off x="1404255" y="2209801"/>
            <a:ext cx="293915" cy="19376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主题频道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2002970" y="2209802"/>
            <a:ext cx="293915" cy="19376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风格频道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2612571" y="2209801"/>
            <a:ext cx="293915" cy="193766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节日频道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7315201" y="2209799"/>
            <a:ext cx="1491345" cy="1937661"/>
            <a:chOff x="7380513" y="3102427"/>
            <a:chExt cx="1491345" cy="2318658"/>
          </a:xfrm>
        </p:grpSpPr>
        <p:sp>
          <p:nvSpPr>
            <p:cNvPr id="16" name="圆角矩形 15"/>
            <p:cNvSpPr/>
            <p:nvPr/>
          </p:nvSpPr>
          <p:spPr>
            <a:xfrm>
              <a:off x="7380513" y="3102427"/>
              <a:ext cx="293915" cy="2318657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solidFill>
                    <a:schemeClr val="tx1"/>
                  </a:solidFill>
                </a:rPr>
                <a:t>统计图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7" name="圆角矩形 16"/>
            <p:cNvSpPr/>
            <p:nvPr/>
          </p:nvSpPr>
          <p:spPr>
            <a:xfrm>
              <a:off x="7979228" y="3102428"/>
              <a:ext cx="293915" cy="2318657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solidFill>
                    <a:schemeClr val="tx1"/>
                  </a:solidFill>
                </a:rPr>
                <a:t>人员信息统计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圆角矩形 17"/>
            <p:cNvSpPr/>
            <p:nvPr/>
          </p:nvSpPr>
          <p:spPr>
            <a:xfrm>
              <a:off x="8577943" y="3102427"/>
              <a:ext cx="293915" cy="2318657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solidFill>
                    <a:schemeClr val="tx1"/>
                  </a:solidFill>
                </a:rPr>
                <a:t>基本情况统计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244181" y="2209798"/>
            <a:ext cx="1777101" cy="1937662"/>
            <a:chOff x="3360956" y="3102424"/>
            <a:chExt cx="1777101" cy="2318659"/>
          </a:xfrm>
        </p:grpSpPr>
        <p:sp>
          <p:nvSpPr>
            <p:cNvPr id="20" name="圆角矩形 19"/>
            <p:cNvSpPr/>
            <p:nvPr/>
          </p:nvSpPr>
          <p:spPr>
            <a:xfrm>
              <a:off x="3360956" y="3102424"/>
              <a:ext cx="293915" cy="2318657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solidFill>
                    <a:schemeClr val="tx1"/>
                  </a:solidFill>
                </a:rPr>
                <a:t>学习教育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圆角矩形 20"/>
            <p:cNvSpPr/>
            <p:nvPr/>
          </p:nvSpPr>
          <p:spPr>
            <a:xfrm>
              <a:off x="3875311" y="3102425"/>
              <a:ext cx="293915" cy="2318657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solidFill>
                    <a:schemeClr val="tx1"/>
                  </a:solidFill>
                </a:rPr>
                <a:t>问题活动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圆角矩形 21"/>
            <p:cNvSpPr/>
            <p:nvPr/>
          </p:nvSpPr>
          <p:spPr>
            <a:xfrm>
              <a:off x="4370612" y="3102426"/>
              <a:ext cx="293915" cy="2318657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solidFill>
                    <a:schemeClr val="tx1"/>
                  </a:solidFill>
                </a:rPr>
                <a:t>外出参观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圆角矩形 22"/>
            <p:cNvSpPr/>
            <p:nvPr/>
          </p:nvSpPr>
          <p:spPr>
            <a:xfrm>
              <a:off x="4844142" y="3102425"/>
              <a:ext cx="293915" cy="2318657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solidFill>
                    <a:schemeClr val="tx1"/>
                  </a:solidFill>
                </a:rPr>
                <a:t>走访慰问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9044673" y="2209794"/>
            <a:ext cx="2234294" cy="1937663"/>
            <a:chOff x="9131762" y="3102422"/>
            <a:chExt cx="2234294" cy="2318660"/>
          </a:xfrm>
        </p:grpSpPr>
        <p:sp>
          <p:nvSpPr>
            <p:cNvPr id="25" name="圆角矩形 24"/>
            <p:cNvSpPr/>
            <p:nvPr/>
          </p:nvSpPr>
          <p:spPr>
            <a:xfrm>
              <a:off x="9131762" y="3102423"/>
              <a:ext cx="293915" cy="231865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solidFill>
                    <a:schemeClr val="tx1"/>
                  </a:solidFill>
                </a:rPr>
                <a:t>用户管理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圆角矩形 25"/>
            <p:cNvSpPr/>
            <p:nvPr/>
          </p:nvSpPr>
          <p:spPr>
            <a:xfrm>
              <a:off x="9646117" y="3102424"/>
              <a:ext cx="293915" cy="231865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solidFill>
                    <a:schemeClr val="tx1"/>
                  </a:solidFill>
                </a:rPr>
                <a:t>部门管理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圆角矩形 26"/>
            <p:cNvSpPr/>
            <p:nvPr/>
          </p:nvSpPr>
          <p:spPr>
            <a:xfrm>
              <a:off x="10141418" y="3102425"/>
              <a:ext cx="293915" cy="231865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solidFill>
                    <a:schemeClr val="tx1"/>
                  </a:solidFill>
                </a:rPr>
                <a:t>机构管理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圆角矩形 27"/>
            <p:cNvSpPr/>
            <p:nvPr/>
          </p:nvSpPr>
          <p:spPr>
            <a:xfrm>
              <a:off x="10614948" y="3102424"/>
              <a:ext cx="293915" cy="231865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solidFill>
                    <a:schemeClr val="tx1"/>
                  </a:solidFill>
                </a:rPr>
                <a:t>权限管理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圆角矩形 28"/>
            <p:cNvSpPr/>
            <p:nvPr/>
          </p:nvSpPr>
          <p:spPr>
            <a:xfrm>
              <a:off x="11072141" y="3102422"/>
              <a:ext cx="293915" cy="2318657"/>
            </a:xfrm>
            <a:prstGeom prst="round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solidFill>
                    <a:schemeClr val="tx1"/>
                  </a:solidFill>
                </a:rPr>
                <a:t>基础代码管理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30" name="肘形连接符 29"/>
          <p:cNvCxnSpPr>
            <a:stCxn id="11" idx="2"/>
            <a:endCxn id="25" idx="0"/>
          </p:cNvCxnSpPr>
          <p:nvPr/>
        </p:nvCxnSpPr>
        <p:spPr>
          <a:xfrm rot="5400000">
            <a:off x="9442682" y="1632178"/>
            <a:ext cx="326566" cy="82866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肘形连接符 30"/>
          <p:cNvCxnSpPr>
            <a:stCxn id="11" idx="2"/>
            <a:endCxn id="29" idx="0"/>
          </p:cNvCxnSpPr>
          <p:nvPr/>
        </p:nvCxnSpPr>
        <p:spPr>
          <a:xfrm rot="16200000" flipH="1">
            <a:off x="10412872" y="1490655"/>
            <a:ext cx="326565" cy="111171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肘形连接符 31"/>
          <p:cNvCxnSpPr>
            <a:stCxn id="11" idx="2"/>
            <a:endCxn id="27" idx="0"/>
          </p:cNvCxnSpPr>
          <p:nvPr/>
        </p:nvCxnSpPr>
        <p:spPr>
          <a:xfrm rot="16200000" flipH="1">
            <a:off x="9947509" y="1956019"/>
            <a:ext cx="326568" cy="18098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肘形连接符 32"/>
          <p:cNvCxnSpPr>
            <a:stCxn id="11" idx="2"/>
            <a:endCxn id="26" idx="0"/>
          </p:cNvCxnSpPr>
          <p:nvPr/>
        </p:nvCxnSpPr>
        <p:spPr>
          <a:xfrm rot="5400000">
            <a:off x="9699860" y="1889356"/>
            <a:ext cx="326567" cy="31431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肘形连接符 33"/>
          <p:cNvCxnSpPr>
            <a:stCxn id="11" idx="2"/>
            <a:endCxn id="28" idx="0"/>
          </p:cNvCxnSpPr>
          <p:nvPr/>
        </p:nvCxnSpPr>
        <p:spPr>
          <a:xfrm rot="16200000" flipH="1">
            <a:off x="10184275" y="1719253"/>
            <a:ext cx="326567" cy="65451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肘形连接符 34"/>
          <p:cNvCxnSpPr>
            <a:stCxn id="9" idx="2"/>
            <a:endCxn id="20" idx="0"/>
          </p:cNvCxnSpPr>
          <p:nvPr/>
        </p:nvCxnSpPr>
        <p:spPr>
          <a:xfrm rot="5400000">
            <a:off x="5572121" y="1702247"/>
            <a:ext cx="326569" cy="68853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肘形连接符 35"/>
          <p:cNvCxnSpPr>
            <a:stCxn id="9" idx="2"/>
            <a:endCxn id="22" idx="0"/>
          </p:cNvCxnSpPr>
          <p:nvPr/>
        </p:nvCxnSpPr>
        <p:spPr>
          <a:xfrm rot="16200000" flipH="1">
            <a:off x="6076948" y="1885952"/>
            <a:ext cx="326571" cy="32112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肘形连接符 36"/>
          <p:cNvCxnSpPr>
            <a:stCxn id="9" idx="2"/>
            <a:endCxn id="21" idx="0"/>
          </p:cNvCxnSpPr>
          <p:nvPr/>
        </p:nvCxnSpPr>
        <p:spPr>
          <a:xfrm rot="5400000">
            <a:off x="5829298" y="1959426"/>
            <a:ext cx="326570" cy="17417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肘形连接符 37"/>
          <p:cNvCxnSpPr>
            <a:stCxn id="9" idx="2"/>
            <a:endCxn id="23" idx="0"/>
          </p:cNvCxnSpPr>
          <p:nvPr/>
        </p:nvCxnSpPr>
        <p:spPr>
          <a:xfrm rot="16200000" flipH="1">
            <a:off x="6313713" y="1649187"/>
            <a:ext cx="326570" cy="79465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肘形连接符 38"/>
          <p:cNvCxnSpPr>
            <a:stCxn id="8" idx="2"/>
            <a:endCxn id="52" idx="0"/>
          </p:cNvCxnSpPr>
          <p:nvPr/>
        </p:nvCxnSpPr>
        <p:spPr>
          <a:xfrm rot="5400000">
            <a:off x="3587183" y="1606667"/>
            <a:ext cx="326569" cy="87969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肘形连接符 39"/>
          <p:cNvCxnSpPr>
            <a:stCxn id="8" idx="2"/>
            <a:endCxn id="54" idx="0"/>
          </p:cNvCxnSpPr>
          <p:nvPr/>
        </p:nvCxnSpPr>
        <p:spPr>
          <a:xfrm rot="5400000">
            <a:off x="4021251" y="2040737"/>
            <a:ext cx="326571" cy="1155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肘形连接符 42"/>
          <p:cNvCxnSpPr>
            <a:stCxn id="7" idx="2"/>
            <a:endCxn id="12" idx="0"/>
          </p:cNvCxnSpPr>
          <p:nvPr/>
        </p:nvCxnSpPr>
        <p:spPr>
          <a:xfrm rot="5400000">
            <a:off x="1687285" y="1747157"/>
            <a:ext cx="326572" cy="59871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肘形连接符 43"/>
          <p:cNvCxnSpPr>
            <a:stCxn id="7" idx="2"/>
            <a:endCxn id="13" idx="0"/>
          </p:cNvCxnSpPr>
          <p:nvPr/>
        </p:nvCxnSpPr>
        <p:spPr>
          <a:xfrm rot="5400000">
            <a:off x="1986643" y="2046515"/>
            <a:ext cx="326573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肘形连接符 44"/>
          <p:cNvCxnSpPr>
            <a:stCxn id="7" idx="2"/>
            <a:endCxn id="14" idx="0"/>
          </p:cNvCxnSpPr>
          <p:nvPr/>
        </p:nvCxnSpPr>
        <p:spPr>
          <a:xfrm rot="16200000" flipH="1">
            <a:off x="2291443" y="1741715"/>
            <a:ext cx="326572" cy="60960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肘形连接符 45"/>
          <p:cNvCxnSpPr>
            <a:stCxn id="10" idx="2"/>
            <a:endCxn id="16" idx="0"/>
          </p:cNvCxnSpPr>
          <p:nvPr/>
        </p:nvCxnSpPr>
        <p:spPr>
          <a:xfrm rot="5400000">
            <a:off x="7598230" y="1747158"/>
            <a:ext cx="326570" cy="59871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肘形连接符 46"/>
          <p:cNvCxnSpPr>
            <a:stCxn id="10" idx="2"/>
            <a:endCxn id="17" idx="0"/>
          </p:cNvCxnSpPr>
          <p:nvPr/>
        </p:nvCxnSpPr>
        <p:spPr>
          <a:xfrm rot="16200000" flipH="1">
            <a:off x="7897587" y="2046512"/>
            <a:ext cx="326571" cy="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肘形连接符 47"/>
          <p:cNvCxnSpPr>
            <a:stCxn id="10" idx="2"/>
            <a:endCxn id="18" idx="0"/>
          </p:cNvCxnSpPr>
          <p:nvPr/>
        </p:nvCxnSpPr>
        <p:spPr>
          <a:xfrm rot="16200000" flipH="1">
            <a:off x="8196945" y="1747155"/>
            <a:ext cx="326570" cy="59871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组合 48"/>
          <p:cNvGrpSpPr/>
          <p:nvPr/>
        </p:nvGrpSpPr>
        <p:grpSpPr>
          <a:xfrm>
            <a:off x="3163662" y="2209798"/>
            <a:ext cx="1952603" cy="1937662"/>
            <a:chOff x="3174549" y="3102425"/>
            <a:chExt cx="1952603" cy="2318659"/>
          </a:xfrm>
        </p:grpSpPr>
        <p:grpSp>
          <p:nvGrpSpPr>
            <p:cNvPr id="50" name="组合 49"/>
            <p:cNvGrpSpPr/>
            <p:nvPr/>
          </p:nvGrpSpPr>
          <p:grpSpPr>
            <a:xfrm>
              <a:off x="3174549" y="3102425"/>
              <a:ext cx="1162054" cy="2318659"/>
              <a:chOff x="3360956" y="3102424"/>
              <a:chExt cx="1162054" cy="2318659"/>
            </a:xfrm>
          </p:grpSpPr>
          <p:sp>
            <p:nvSpPr>
              <p:cNvPr id="52" name="圆角矩形 51"/>
              <p:cNvSpPr/>
              <p:nvPr/>
            </p:nvSpPr>
            <p:spPr>
              <a:xfrm>
                <a:off x="3360956" y="3102424"/>
                <a:ext cx="293915" cy="2318657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 smtClean="0">
                    <a:solidFill>
                      <a:schemeClr val="tx1"/>
                    </a:solidFill>
                  </a:rPr>
                  <a:t>主题频道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圆角矩形 53"/>
              <p:cNvSpPr/>
              <p:nvPr/>
            </p:nvSpPr>
            <p:spPr>
              <a:xfrm>
                <a:off x="4229095" y="3102426"/>
                <a:ext cx="293915" cy="2318657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dirty="0" smtClean="0">
                    <a:solidFill>
                      <a:schemeClr val="tx1"/>
                    </a:solidFill>
                  </a:rPr>
                  <a:t>风格频道</a:t>
                </a:r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1" name="圆角矩形 50"/>
            <p:cNvSpPr/>
            <p:nvPr/>
          </p:nvSpPr>
          <p:spPr>
            <a:xfrm>
              <a:off x="4833237" y="3102425"/>
              <a:ext cx="293915" cy="2318657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 smtClean="0">
                  <a:solidFill>
                    <a:schemeClr val="tx1"/>
                  </a:solidFill>
                </a:rPr>
                <a:t>节日频道</a:t>
              </a:r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56" name="肘形连接符 55"/>
          <p:cNvCxnSpPr>
            <a:stCxn id="8" idx="2"/>
            <a:endCxn id="51" idx="0"/>
          </p:cNvCxnSpPr>
          <p:nvPr/>
        </p:nvCxnSpPr>
        <p:spPr>
          <a:xfrm rot="16200000" flipH="1">
            <a:off x="4416526" y="1657015"/>
            <a:ext cx="326569" cy="778995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圆角矩形 56"/>
          <p:cNvSpPr/>
          <p:nvPr/>
        </p:nvSpPr>
        <p:spPr>
          <a:xfrm>
            <a:off x="3018061" y="4631875"/>
            <a:ext cx="6444342" cy="653143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系统平台业务处理服务</a:t>
            </a:r>
            <a:endParaRPr lang="zh-CN" altLang="en-US" dirty="0"/>
          </a:p>
        </p:txBody>
      </p:sp>
      <p:sp>
        <p:nvSpPr>
          <p:cNvPr id="58" name="圆角矩形 57"/>
          <p:cNvSpPr/>
          <p:nvPr/>
        </p:nvSpPr>
        <p:spPr>
          <a:xfrm>
            <a:off x="1551212" y="5584378"/>
            <a:ext cx="9433840" cy="65314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9" name="圆角矩形 58"/>
          <p:cNvSpPr/>
          <p:nvPr/>
        </p:nvSpPr>
        <p:spPr>
          <a:xfrm>
            <a:off x="1979844" y="5682346"/>
            <a:ext cx="2573116" cy="468087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基础数据存储</a:t>
            </a:r>
            <a:endParaRPr lang="zh-CN" altLang="en-US" dirty="0"/>
          </a:p>
        </p:txBody>
      </p:sp>
      <p:sp>
        <p:nvSpPr>
          <p:cNvPr id="60" name="圆角矩形 59"/>
          <p:cNvSpPr/>
          <p:nvPr/>
        </p:nvSpPr>
        <p:spPr>
          <a:xfrm>
            <a:off x="4891752" y="5676905"/>
            <a:ext cx="2573116" cy="468087"/>
          </a:xfrm>
          <a:prstGeom prst="roundRect">
            <a:avLst/>
          </a:prstGeom>
          <a:solidFill>
            <a:srgbClr val="D1985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数据分析结果</a:t>
            </a:r>
            <a:endParaRPr lang="zh-CN" altLang="en-US" dirty="0"/>
          </a:p>
        </p:txBody>
      </p:sp>
      <p:sp>
        <p:nvSpPr>
          <p:cNvPr id="61" name="圆角矩形 60"/>
          <p:cNvSpPr/>
          <p:nvPr/>
        </p:nvSpPr>
        <p:spPr>
          <a:xfrm>
            <a:off x="7969716" y="5676905"/>
            <a:ext cx="2573116" cy="468087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系统文件存储</a:t>
            </a:r>
            <a:endParaRPr lang="zh-CN" altLang="en-US" dirty="0"/>
          </a:p>
        </p:txBody>
      </p:sp>
      <p:sp>
        <p:nvSpPr>
          <p:cNvPr id="62" name="下箭头 61"/>
          <p:cNvSpPr/>
          <p:nvPr/>
        </p:nvSpPr>
        <p:spPr>
          <a:xfrm rot="10800000">
            <a:off x="5835425" y="5285018"/>
            <a:ext cx="326574" cy="27758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下箭头 62"/>
          <p:cNvSpPr/>
          <p:nvPr/>
        </p:nvSpPr>
        <p:spPr>
          <a:xfrm rot="10800000">
            <a:off x="5829296" y="4351563"/>
            <a:ext cx="326574" cy="27758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下箭头 63"/>
          <p:cNvSpPr/>
          <p:nvPr/>
        </p:nvSpPr>
        <p:spPr>
          <a:xfrm rot="10800000">
            <a:off x="5829296" y="1012373"/>
            <a:ext cx="326574" cy="27758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082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65</Words>
  <Application>Microsoft Office PowerPoint</Application>
  <PresentationFormat>宽屏</PresentationFormat>
  <Paragraphs>28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宋体</vt:lpstr>
      <vt:lpstr>Arial</vt:lpstr>
      <vt:lpstr>Calibri</vt:lpstr>
      <vt:lpstr>Calibri Light</vt:lpstr>
      <vt:lpstr>Office 主题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wangning</dc:creator>
  <cp:lastModifiedBy>wangning</cp:lastModifiedBy>
  <cp:revision>2</cp:revision>
  <dcterms:created xsi:type="dcterms:W3CDTF">2016-12-02T07:50:35Z</dcterms:created>
  <dcterms:modified xsi:type="dcterms:W3CDTF">2016-12-02T08:04:58Z</dcterms:modified>
</cp:coreProperties>
</file>